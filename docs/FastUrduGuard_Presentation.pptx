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FastUrduGuard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Integrated parallel &amp; distributed computing with NLP for Urdu misinformation detection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Team: Sameer Asif (22I-0493) · Immad Shah (22I-0395)</a:t>
            </a:r>
          </a:p>
          <a:p>
            <a:pPr>
              <a:defRPr sz="1800"/>
            </a:pPr>
            <a:r>
              <a:t>Course: Phase-3 · Cluster 1 (PDC + NLP)</a:t>
            </a:r>
          </a:p>
          <a:p>
            <a:pPr>
              <a:defRPr sz="1800"/>
            </a:pPr>
            <a:r>
              <a:t>Repository: github.com/D3aThNdDeMiSe/FASTUrduGuard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Urdu is widely used yet under-served by English-centric moderation and detection tools.</a:t>
            </a:r>
          </a:p>
          <a:p>
            <a:pPr>
              <a:defRPr sz="2000"/>
            </a:pPr>
            <a:r>
              <a:t>False or misleading items spread quickly through text, memes, and Roman-Urdu social posts.</a:t>
            </a:r>
          </a:p>
          <a:p>
            <a:pPr>
              <a:defRPr sz="2000"/>
            </a:pPr>
            <a:r>
              <a:t>Manual fact-checking does not scale; automated pipelines must handle noisy text and low-resource settings.</a:t>
            </a:r>
          </a:p>
          <a:p>
            <a:pPr>
              <a:defRPr sz="2000"/>
            </a:pPr>
            <a:r>
              <a:t>Practical systems need fine-grained labels, explainability, and deployment-aware training — not lab-only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— baseline (Islam et al.,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Islam et al., "Unified LLMs for Misinformation Detection in Low-Resource Linguistic Settings," arXiv:2506.01587, 2025.</a:t>
            </a:r>
          </a:p>
          <a:p>
            <a:pPr>
              <a:defRPr sz="2000"/>
            </a:pPr>
            <a:r>
              <a:t>Introduces Urdu-LLD and strong binary {real, fake} results with six transformer encoders (e.g., mBERT, XLM-R).</a:t>
            </a:r>
          </a:p>
          <a:p>
            <a:pPr>
              <a:defRPr sz="2000"/>
            </a:pPr>
            <a:r>
              <a:t>Single-workstation, sequential training; limited discussion of Roman Urdu, multi-class labels, or explainability.</a:t>
            </a:r>
          </a:p>
          <a:p>
            <a:pPr>
              <a:defRPr sz="2000"/>
            </a:pPr>
            <a:r>
              <a:t>We adopt the same encoder families as a scientific control, but extend the problem setting and systems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Unify and clean multiple public Urdu corpora under one schema with careful deduplication.</a:t>
            </a:r>
          </a:p>
          <a:p>
            <a:pPr>
              <a:defRPr sz="2000"/>
            </a:pPr>
            <a:r>
              <a:t>Move beyond binary labels toward a four-way schema (Real, Fake, PartiallyFalse, Satire) with rule-based expansion.</a:t>
            </a:r>
          </a:p>
          <a:p>
            <a:pPr>
              <a:defRPr sz="2000"/>
            </a:pPr>
            <a:r>
              <a:t>Fine-tune six encoders and combine them with a validation-weighted ensemble for robustness.</a:t>
            </a:r>
          </a:p>
          <a:p>
            <a:pPr>
              <a:defRPr sz="2000"/>
            </a:pPr>
            <a:r>
              <a:t>Add explainability (attention + sentence-level LIME) and an inference-oriented evaluation path.</a:t>
            </a:r>
          </a:p>
          <a:p>
            <a:pPr>
              <a:defRPr sz="2000"/>
            </a:pPr>
            <a:r>
              <a:t>Exploit two consumer GPUs on separate networks using a Git-coordinated training and aggregation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Production-shaped pipeline: data fusion → multilingual preprocessing → distributed training manifests → metrics via Git.</a:t>
            </a:r>
          </a:p>
          <a:p>
            <a:pPr>
              <a:defRPr sz="2000"/>
            </a:pPr>
            <a:r>
              <a:t>Optional Federated-Averaging of small LoRA adapters where bandwidth is constrained.</a:t>
            </a:r>
          </a:p>
          <a:p>
            <a:pPr>
              <a:defRPr sz="2000"/>
            </a:pPr>
            <a:r>
              <a:t>Post-training: aggregator builds leaderboards/plots; benchmark and explanation scripts support demos.</a:t>
            </a:r>
          </a:p>
          <a:p>
            <a:pPr>
              <a:defRPr sz="2000"/>
            </a:pPr>
            <a:r>
              <a:t>Technical stack: PyTorch, Hugging Face Transformers/Trainer, PEFT-LoRA, scikit-learn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384280" cy="54867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—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Unicode normalization (NFC), noise removal (URLs, HTML, elongated characters).</a:t>
            </a:r>
          </a:p>
          <a:p>
            <a:pPr>
              <a:defRPr sz="2000"/>
            </a:pPr>
            <a:r>
              <a:t>Roman-Urdu detection and lexicon-aided transliteration when Roman tokens dominate.</a:t>
            </a:r>
          </a:p>
          <a:p>
            <a:pPr>
              <a:defRPr sz="2000"/>
            </a:pPr>
            <a:r>
              <a:t>Stratified train / validation / test split on multi-class targets; multilingual tokenizers seq. length 256 (configurable).</a:t>
            </a:r>
          </a:p>
          <a:p>
            <a:pPr>
              <a:defRPr sz="2000"/>
            </a:pPr>
            <a:r>
              <a:t>Fine-tuning: AdamW, weight decay, warmup + linear decay; optional LoRA on larger encoders.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— PDC /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Rank-specific model queues from coordinator/manifest.json (load-balanced by footprint).</a:t>
            </a:r>
          </a:p>
          <a:p>
            <a:pPr>
              <a:defRPr sz="2000"/>
            </a:pPr>
            <a:r>
              <a:t>Home / campus networks behind NAT: asynchronous Git pushes of lightweight metrics and artefacts.</a:t>
            </a:r>
          </a:p>
          <a:p>
            <a:pPr>
              <a:defRPr sz="2000"/>
            </a:pPr>
            <a:r>
              <a:t>GPU-serial scheduling per laptop (--placement_override gpu) avoids CPU contention from concurrent tokenization.</a:t>
            </a:r>
          </a:p>
          <a:p>
            <a:pPr>
              <a:defRPr sz="2000"/>
            </a:pPr>
            <a:r>
              <a:t>Aggregation job merges checkpoints/metrics locally for ensemble scoring and reproducible plots.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during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Mixed-precision training: aligning Trainer AMP (fp16/bf16) with model dtypes to avoid scaler/clip failures.</a:t>
            </a:r>
          </a:p>
          <a:p>
            <a:pPr>
              <a:defRPr sz="2000"/>
            </a:pPr>
            <a:r>
              <a:t>Consumer GPU stack: limited or absent BitsAndBytes sm_120 support — fallback to BF16/FP16 + LoRA instead of NF4 everywhere.</a:t>
            </a:r>
          </a:p>
          <a:p>
            <a:pPr>
              <a:defRPr sz="2000"/>
            </a:pPr>
            <a:r>
              <a:t>Two-node parallelism without rendezvous TCP: GitOps choreography instead of classical NCCL collectives.</a:t>
            </a:r>
          </a:p>
          <a:p>
            <a:pPr>
              <a:defRPr sz="2000"/>
            </a:pPr>
            <a:r>
              <a:t>Class imbalance across four labels vs. headline-heavy corpora; weighted ensemble mitigates weak tail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the baseline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Labels: binary (Islam et al.) → four-way schema with explicit partial-fake and satire handling.</a:t>
            </a:r>
          </a:p>
          <a:p>
            <a:pPr>
              <a:defRPr sz="2000"/>
            </a:pPr>
            <a:r>
              <a:t>Data: single curated head-line set → unified multi-source corpus with hash-based cross-corpus deduplication.</a:t>
            </a:r>
          </a:p>
          <a:p>
            <a:pPr>
              <a:defRPr sz="2000"/>
            </a:pPr>
            <a:r>
              <a:t>Training: one machine sequential → two-rank manifest + Git-mediated coordination and optional FedAvg-of-LoRA.</a:t>
            </a:r>
          </a:p>
          <a:p>
            <a:pPr>
              <a:defRPr sz="2000"/>
            </a:pPr>
            <a:r>
              <a:t>Analysis: accuracy-focused reporting → ensemble, confusion analysis, explainability hooks, and inference benchmarks (to be finalized).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24128"/>
            <a:ext cx="10515600" cy="41405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Results — model &amp; ensemble performance (placeholder)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24128"/>
            <a:ext cx="10515600" cy="4243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"/>
            <a:ext cx="109728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Results — confusion matrix &amp; error analysis (placeholder)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readiness &amp; oral 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Laptop with conda/venv mirroring repository requirements.txt; datasets available locally.</a:t>
            </a:r>
          </a:p>
          <a:p>
            <a:pPr>
              <a:defRPr sz="1900"/>
            </a:pPr>
            <a:r>
              <a:t>Trained checkpoints and parquet shards kept on-disk (large weights typically gitignored; metrics may be synced).</a:t>
            </a:r>
          </a:p>
          <a:p>
            <a:pPr>
              <a:defRPr sz="1900"/>
            </a:pPr>
            <a:r>
              <a:t>Prepared live paths: scripts/node_train.py, aggregate pipeline, benchmark and explain_demo entry points.</a:t>
            </a:r>
          </a:p>
          <a:p>
            <a:pPr>
              <a:defRPr sz="1900"/>
            </a:pPr>
            <a:r>
              <a:t>Thank you — questions welcome (Q&amp;A guideline: approximately 5–7 minutes).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